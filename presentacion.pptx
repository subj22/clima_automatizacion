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solidFill>
              <a:srgbClr val="2E4A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Tiempo (seg)</c:v>
                  </c:pt>
                  <c:pt idx="1">
                    <c:v>Ciudades</c:v>
                  </c:pt>
                  <c:pt idx="2">
                    <c:v>Errores (%)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Automatizado</c:v>
                </c:pt>
              </c:strCache>
            </c:strRef>
          </c:tx>
          <c:spPr>
            <a:solidFill>
              <a:srgbClr val="FF7A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Tiempo (seg)</c:v>
                  </c:pt>
                  <c:pt idx="1">
                    <c:v>Ciudades</c:v>
                  </c:pt>
                  <c:pt idx="2">
                    <c:v>Errores (%)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8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DF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82880"/>
            <a:ext cx="1463040" cy="146304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D29C"/>
                </a:solidFill>
              </a:rPr>
              <a:t>AUTOMATIZACIÓN · PYTHON · API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 automático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</a:t>
            </a:r>
            <a:pPr indent="0" marL="0">
              <a:buNone/>
            </a:pPr>
            <a:r>
              <a:rPr lang="en-US" sz="4800" b="1" i="1" dirty="0">
                <a:solidFill>
                  <a:srgbClr val="FF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 &amp; riego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minutos de trabajo manual a 15 segundos pulsando un botón.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· pandas · openpyxl · smtplib · FastAPI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54864" cy="64008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Procesos · Nebrija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manual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un analista hace cada mañana antes de planificar el riego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754880" cy="310896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29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mañana, 07:30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4480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Roberto, analista agrícola, revisa el tiempo para 5 zonas de cultivo. Su flujo manual: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AEMET para cada localización (5 pestañas)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Tmax, Tmin, lluvia y viento en una libreta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Vuelca los datos a un Excel mensual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zonas necesitan revisión de riego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un email al equipo de campo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0" y="1463040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0" y="1463040"/>
            <a:ext cx="73152" cy="91440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min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66928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diario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2542032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0" y="2542032"/>
            <a:ext cx="73152" cy="91440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2633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669280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transcripción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0" y="3621024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0" y="3621024"/>
            <a:ext cx="73152" cy="91440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37124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669280" y="4169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histórica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Hibrusi · Automatización · Proyecto Nebrija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proceso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encaja en el marco TRIGGER · INPUTS · LÓGICA · OUTPUTS · EXCEPCIONES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63040" cy="50292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lo activa?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0" y="1417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manual desde el formulario web (botón Lanzar).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463040" cy="50292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datos entran?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057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de Open-Meteo (sin API key) para 1..N ciudades configurables.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463040" cy="50292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transformación ocurre?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697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en DataFrame + regla de prioridad de riego (Alta/Media/Baja).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1463040" cy="50292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produce?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337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con 2 hojas (Datos_API + Resumen), archivado por fecha, y email con adjunto.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1463040" cy="50292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 fallar?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3977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caída por ciudad → se reintenta y se sigue. SMTP mal → Excel sigue disponible.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Hibrusi · Automatización · Proyecto Nebrija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Swimlanes: HUMANO · MÁQUINA · SISTEMAS EXTERNOS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417320"/>
            <a:ext cx="7315200" cy="77724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2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868680" cy="77724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2286000"/>
            <a:ext cx="7315200" cy="1325880"/>
          </a:xfrm>
          <a:prstGeom prst="rect">
            <a:avLst/>
          </a:prstGeom>
          <a:solidFill>
            <a:srgbClr val="EEF4FF"/>
          </a:solidFill>
          <a:ln w="12700">
            <a:solidFill>
              <a:srgbClr val="B8C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868680" cy="1325880"/>
          </a:xfrm>
          <a:prstGeom prst="rect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· Python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3703320"/>
            <a:ext cx="7315200" cy="868680"/>
          </a:xfrm>
          <a:prstGeom prst="rect">
            <a:avLst/>
          </a:prstGeom>
          <a:solidFill>
            <a:srgbClr val="FDF8F1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03320"/>
            <a:ext cx="868680" cy="8686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03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00200" y="1600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655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1911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ciudades + SMTP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00200" y="242316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478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/run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27340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input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08960" y="242316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478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27340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Open-Meteo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242316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478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7340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242316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478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7340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Excel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17720" y="301752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072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shutil + pathlib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3284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301752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72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33284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email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08960" y="384048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3895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54680" y="41513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forecast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26480" y="384048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895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SMTP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41513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etc.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0" y="2103120"/>
            <a:ext cx="-45720" cy="32004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880360" y="2697480"/>
            <a:ext cx="228600" cy="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389120" y="2697480"/>
            <a:ext cx="228600" cy="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897880" y="2697480"/>
            <a:ext cx="228600" cy="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766560" y="2971800"/>
            <a:ext cx="-1508760" cy="4572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897880" y="3268980"/>
            <a:ext cx="228600" cy="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749040" y="3840480"/>
            <a:ext cx="0" cy="-86868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766560" y="3840480"/>
            <a:ext cx="0" cy="-32004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Hibrusi · Automatización · Proyecto Nebrija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flujo, explicado en verdiblanco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del script es un rol del equipo. Manque pierda.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99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Pirri · La afición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1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el form, pide partido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99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árbitro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/run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 el inicio del derbi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00954C"/>
          </a:solidFill>
          <a:ln w="12700">
            <a:solidFill>
              <a:srgbClr val="0095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cazadores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presionan al rival, roban el balón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1714500"/>
            <a:ext cx="365760" cy="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60720" y="1714500"/>
            <a:ext cx="365760" cy="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43200" y="228600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rival · Open-Meteo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34640" y="2606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forecast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3464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suelta el balón: los datos del tiempo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2103120"/>
            <a:ext cx="-2377440" cy="164592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324612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00954C"/>
          </a:solidFill>
          <a:ln w="12700">
            <a:solidFill>
              <a:srgbClr val="0095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19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Joaquín · El cerebro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5661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la jugada, decide prioridad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324612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00954C"/>
          </a:solidFill>
          <a:ln w="12700">
            <a:solidFill>
              <a:srgbClr val="0095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319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· El asistente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83280" y="35661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openpyxl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 el centro perfecto: el Excel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324612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Bakambu · ¡GOOOL!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1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smtplib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remata: email entregado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3072384"/>
            <a:ext cx="-2880360" cy="146304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926080" y="3634740"/>
            <a:ext cx="365760" cy="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760720" y="3634740"/>
            <a:ext cx="365760" cy="0"/>
          </a:xfrm>
          <a:prstGeom prst="line">
            <a:avLst/>
          </a:prstGeom>
          <a:noFill/>
          <a:ln w="19050">
            <a:solidFill>
              <a:srgbClr val="FF7A1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0080" y="425196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C7E8D5"/>
          </a:solidFill>
          <a:ln w="12700">
            <a:solidFill>
              <a:srgbClr val="C7E8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utilero</a:t>
            </a:r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000" i="1" dirty="0">
                <a:solidFill>
                  <a:srgbClr val="009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pathlib + shutil</a:t>
            </a:r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algn="ctr" indent="0" marL="0">
              <a:buNone/>
            </a:pPr>
            <a:r>
              <a:rPr lang="en-US" sz="10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 el balón por fecha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25196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C7E8D5"/>
          </a:solidFill>
          <a:ln w="12700">
            <a:solidFill>
              <a:srgbClr val="C7E8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VAR</a:t>
            </a:r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000" i="1" dirty="0">
                <a:solidFill>
                  <a:srgbClr val="009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/ except</a:t>
            </a:r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algn="ctr" indent="0" marL="0">
              <a:buNone/>
            </a:pPr>
            <a:r>
              <a:rPr lang="en-US" sz="1000" i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uno se lesiona, el resto sigue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Hibrusi · Automatización · Proyecto Nebrija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librerías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librería del temario para cada paso del proceso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184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18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892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1792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 reintentos a Open-Meteo. Sesión persistente.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61848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618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DataFrame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931920" y="1892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10712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Consolidación, agrupación y aplicación de reglas.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14173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61848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1618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720840" y="1892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openpyxl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199632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del informe en dos hojas con formato.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3044952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3044952"/>
            <a:ext cx="2651760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24612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430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Ficheros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14300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pathlib · shutil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1792" y="38221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Renombrado por run_id y archivado por fecha.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46120" y="3044952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246120" y="3044952"/>
            <a:ext cx="2651760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24612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319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93192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smtplib + email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410712" y="38221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STARTTLS, login y envío con adjunto.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035040" y="3044952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035040" y="3044952"/>
            <a:ext cx="2651760" cy="73152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246120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208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672084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uvicorn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199632" y="38221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formulario + endpoint /run.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Hibrusi · Automatización · Proyecto Nebrija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negocio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pura, separada del I/O — fácil de testear y modificar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937760" cy="3017520"/>
          </a:xfrm>
          <a:prstGeom prst="rect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weather_job.py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classify_day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(temp_max, rain):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7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temp_max &gt;= 30 </a:t>
            </a:r>
            <a:pPr indent="0" marL="0">
              <a:buNone/>
            </a:pPr>
            <a:r>
              <a:rPr lang="en-US" sz="1100" dirty="0">
                <a:solidFill>
                  <a:srgbClr val="FF7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 &lt; 2: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F7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D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"Alta", "...riego"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7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 &gt;= 5: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F7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D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"Media", "...drenaje"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7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D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"Baja", "...estrategia"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54480"/>
          <a:ext cx="3200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máx ≥ 30°C y lluvia &lt; 2mm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Lluvia ≥ 5mm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5D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57784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4A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Función pura → testeable sin red, sin Excel, sin SMTP.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Hibrusi · Automatización · Proyecto Nebrija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un botón, un proceso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sirve un formulario web con tema naranja/azul (cielo &amp; sol)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127.0.0.1:8000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 automático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5D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clima &amp; riego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6060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2697480"/>
            <a:ext cx="146304" cy="146304"/>
          </a:xfrm>
          <a:prstGeom prst="ellipse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606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26060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76272" y="2697480"/>
            <a:ext cx="146304" cy="146304"/>
          </a:xfrm>
          <a:prstGeom prst="ellipse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9152" y="2606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60604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4992" y="2697480"/>
            <a:ext cx="146304" cy="146304"/>
          </a:xfrm>
          <a:prstGeom prst="ellipse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606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Valencia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301752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" y="3108960"/>
            <a:ext cx="146304" cy="146304"/>
          </a:xfrm>
          <a:prstGeom prst="ellipse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Sevilla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03120" y="301752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76272" y="3108960"/>
            <a:ext cx="146304" cy="146304"/>
          </a:xfrm>
          <a:prstGeom prst="ellipse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Bilbao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301752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FDF8F1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64992" y="310896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DF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Palencia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39319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931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Lanzar informe  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350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del front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21031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backend)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CSS3 + JS vanilla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Fraunces + Geist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naranja + azul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Hibrusi · Automatización · Proyecto Nebrija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vs. automatizado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tiempo de ejecución y otros indicadores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463040"/>
            <a:ext cx="2834640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B8C8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0" y="1463040"/>
            <a:ext cx="73152" cy="91440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508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80×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406640" y="1600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→ 15 seg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52160" y="2542032"/>
            <a:ext cx="2834640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B8C8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0" y="2542032"/>
            <a:ext cx="73152" cy="91440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5877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406640" y="267919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error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5–10% manual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52160" y="3621024"/>
            <a:ext cx="2834640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B8C8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0" y="3621024"/>
            <a:ext cx="73152" cy="91440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406640" y="375818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ciudades cubiertas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coste extra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Hibrusi · Automatización · Proyecto Nebrija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y portabilidad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correr en el ordenador del profesor sin tocar código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DF8F1"/>
          </a:solidFill>
          <a:ln w="12700">
            <a:solidFill>
              <a:srgbClr val="ECDFC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Manejo de excepciones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automáticos (3) con backoff exponencial en cada llamada a la API.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ciudad falla, el resto continúa. Se reporta el fallo en el resultado.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SMTP falla o no está configurado, el Excel sigue disponible para descarga.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con timestamps en cada paso del proceso.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FF4E6"/>
          </a:solidFill>
          <a:ln w="12700">
            <a:solidFill>
              <a:srgbClr val="FFD29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Portabilidad total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46320" y="19659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multiplataforma (Windows / macOS / Linux).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API keys: Open-Meteo es gratuito y abierto.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100% por formulario — no hay .env que editar.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pip install -r requirements.txt + python app.py.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Hibrusi · Automatización · Proyecto Nebrija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C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657600"/>
            <a:ext cx="2743200" cy="274320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4389120"/>
            <a:ext cx="1280160" cy="1280160"/>
          </a:xfrm>
          <a:prstGeom prst="ellipse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20 minutos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15 segundos.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aprendí: la IA escribe el código, pero el valor está en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proceso, dibujarlo y elegir las librerías correctas.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4023360"/>
            <a:ext cx="54864" cy="548640"/>
          </a:xfrm>
          <a:prstGeom prst="rect">
            <a:avLst/>
          </a:prstGeom>
          <a:solidFill>
            <a:srgbClr val="FF7A18"/>
          </a:solidFill>
          <a:ln w="12700">
            <a:solidFill>
              <a:srgbClr val="FF7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github.com/hibrusi-dev · Bruno · Nebrija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automático de clima — Automatización</dc:title>
  <dc:subject>PptxGenJS Presentation</dc:subject>
  <dc:creator>Bruno</dc:creator>
  <cp:lastModifiedBy>Bruno</cp:lastModifiedBy>
  <cp:revision>1</cp:revision>
  <dcterms:created xsi:type="dcterms:W3CDTF">2026-05-27T17:08:58Z</dcterms:created>
  <dcterms:modified xsi:type="dcterms:W3CDTF">2026-05-27T17:08:58Z</dcterms:modified>
</cp:coreProperties>
</file>